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Loan Application Process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Analyst Summary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Automated KYC verification</a:t>
            </a:r>
          </a:p>
          <a:p>
            <a:r>
              <a:t>- Auto risk scoring</a:t>
            </a:r>
          </a:p>
          <a:p>
            <a:r>
              <a:t>- Real-time dashboard</a:t>
            </a:r>
          </a:p>
          <a:p>
            <a:r>
              <a:t>- Reduced manual touchpoints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